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BBBB"/>
                </a:solidFill>
                <a:latin typeface="Segoe UI"/>
              </a:defRPr>
            </a:pPr>
            <a:r>
              <a:t>Introduction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Unreal Engine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Segoe UI"/>
              </a:defRPr>
            </a:pPr>
            <a:r>
              <a:t>A comprehensive overview of Epic Games' next-generation game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Sam Deiter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1.  What is Unreal Engine 5?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2.  Key Features — Nanite, Lumen, World Partition &amp; more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3.  The UE5 Editor at a Glance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4.  Blueprints vs C++ — Two Scripting Paradigms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5.  Getting Started — Installation &amp; First Project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6.  Learning Resources &amp; Community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7. 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What is Unreal Engine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Free, production-grade game engine developed by Epic Games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Powers AAA titles: Fortnite, Senua’s Saga, Black Myth: Wukong, and many more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Used beyond gaming — film, architecture, automotive, simulation, XR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Open source via Epic’s GitHub (custom license — free until $1M revenue)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Massive marketplace of assets, plugins, and community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Nanite — Virtualized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Goodbye, LODs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Streams and renders film-quality assets in real time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Billions of polygons on screen with no manual LOD authoring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Automatically manages level-of-detail per pixel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Ideal for photogrammetry scans and CAD imports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Dramatically reduces artist iteration time on environment 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Lumen — Global Illumination &amp; Reflections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Dynamic lighting, zero bake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Fully dynamic global illumination — no baking lightmaps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Real-time bounce lighting and sky lighting react instantly to changes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Software and hardware ray-tracing backends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Supports emissive surfaces as area lights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Enables rapid iteration: move a wall, lighting updates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More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World Partition — automatic level streaming for massive open worlds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MetaHuman — photorealistic digital humans in minutes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Chaos Physics — unified destruction, cloth, and vehicle simulation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Mass Entity / State Trees — scalable AI and crowd systems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Procedural Content Generation (PCG) framework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Enhanced Input System — modern, rebindable input mapping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The UE5 Editor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Key panels and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Viewport — 3D scene view with real-time rendering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Content Browser — asset management and search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Outliner — hierarchical list of all actors in the level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Details Panel — properties and components of selected actors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Modes — Place, Paint, Landscape, Foliage, Mesh Editing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Output Log &amp; Message Log — debugging and compile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Blueprints vs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Blueprints (Visual Scripting)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Node-based graph editor — no code required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Rapid prototyping and designer-friendly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Great for gameplay logic, UI, and events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Slightly slower at runtime vs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36576" cy="4572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Full engine access and maximum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Required for low-level systems and plugins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Integrates tightly with Blueprints (expose to BP)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Steeper learning curve, powerful reward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Segoe UI"/>
              </a:defRPr>
            </a:pPr>
            <a:r>
              <a:t>From zero to playable in under an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1.  Download the Epic Games Launcher → epicgames.com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2.  Install Unreal Engine 5 (latest stable recommended)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3.  Create a new project — choose a template (First Person, Third Person, Top Down…)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4.  Explore the default map — play in editor with Alt+P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5.  Open a Blueprint actor and wire up your first node graph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6.  Package your project: Platforms → Windows / Console / Mobile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BFF"/>
                </a:solidFill>
                <a:latin typeface="Segoe UI"/>
              </a:defRPr>
            </a:pPr>
            <a:r>
              <a:t>Learning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Official Documentation — docs.unrealengine.com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Unreal Learning Portal — dev.epicgames.com/community/learning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YouTube — Unreal Engine channel, Unreal Sensei, Ryan Laley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Udemy / Coursera — structured courses for beginners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Epic’s free sample projects: Lyra, City Sample, Electric Dreams</a:t>
            </a:r>
          </a:p>
          <a:p>
            <a:pPr>
              <a:spcAft>
                <a:spcPts val="14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Community: UE Forums, Reddit r/unrealengine, Discord servers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Segoe UI"/>
              </a:defRPr>
            </a:pPr>
            <a:r>
              <a:t>Thank you for attending!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Sam Deiter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